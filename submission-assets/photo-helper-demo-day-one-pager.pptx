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4b6093cef48f8" /><Relationship Type="http://schemas.openxmlformats.org/officeDocument/2006/relationships/extended-properties" Target="/docProps/app.xml" Id="Rd7562303551b4815" /><Relationship Type="http://schemas.openxmlformats.org/officeDocument/2006/relationships/officeDocument" Target="/ppt/presentation.xml" Id="R1c128f510639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d62a4d3fbb4f42"/>
  </p:sldMasterIdLst>
  <p:notesMasterIdLst>
    <p:notesMasterId xmlns:r="http://schemas.openxmlformats.org/officeDocument/2006/relationships" r:id="R22c094c6ce65433a"/>
  </p:notesMasterIdLst>
  <p:sldIdLst>
    <p:sldId xmlns:r="http://schemas.openxmlformats.org/officeDocument/2006/relationships" id="256" r:id="R9ba9ad97217844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d72a72de9442dc" /><Relationship Type="http://schemas.openxmlformats.org/officeDocument/2006/relationships/slideMaster" Target="/ppt/slideMasters/slideMaster1.xml" Id="Rffd62a4d3fbb4f42" /><Relationship Type="http://schemas.openxmlformats.org/officeDocument/2006/relationships/notesMaster" Target="/ppt/notesMasters/notesMaster1.xml" Id="R22c094c6ce65433a" /><Relationship Type="http://schemas.openxmlformats.org/officeDocument/2006/relationships/presProps" Target="/ppt/presProps.xml" Id="R5668aa6b021e4739" /><Relationship Type="http://schemas.openxmlformats.org/officeDocument/2006/relationships/tableStyles" Target="/ppt/tableStyles.xml" Id="R730f26b4dac24879" /><Relationship Type="http://schemas.openxmlformats.org/officeDocument/2006/relationships/slide" Target="/ppt/slides/slide1.xml" Id="R9ba9ad972178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e7fff59177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0fb749a83b4dac" /><Relationship Type="http://schemas.openxmlformats.org/officeDocument/2006/relationships/notesMaster" Target="/ppt/notesMasters/notesMaster1.xml" Id="R348351b12bcb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W:\Projects\CameraAgent\README.md — architecture, privacy, product behavior, device-test evidence</a:t>
            </a:r>
          </a:p>
          <a:p xmlns:a="http://schemas.openxmlformats.org/drawingml/2006/main">
            <a:r>
              <a:t>- W:\Projects\CameraAgent\submission.md — product positioning and WorkBuddy contribution</a:t>
            </a:r>
          </a:p>
          <a:p xmlns:a="http://schemas.openxmlformats.org/drawingml/2006/main">
            <a:r>
              <a:t>- W:\Projects\CameraAgent\submission-assets\project-brief.md — WorkBuddy product-quality pipeline and shipped interaction changes</a:t>
            </a:r>
          </a:p>
          <a:p xmlns:a="http://schemas.openxmlformats.org/drawingml/2006/main">
            <a:r>
              <a:t>- W:\Projects\CameraAgent\submission-assets\demo-video-plan.md — HY3, Kimi-K3, UI/UX expert, and human-approval division of labor</a:t>
            </a:r>
          </a:p>
          <a:p xmlns:a="http://schemas.openxmlformats.org/drawingml/2006/main">
            <a:r>
              <a:t>- W:\Projects\CameraAgent\submission-assets\demo-video-full-script.md — WorkBuddy build-reflection narrative and before/after Stop/Reset evidence</a:t>
            </a:r>
          </a:p>
          <a:p xmlns:a="http://schemas.openxmlformats.org/drawingml/2006/main">
            <a:r>
              <a:t>- W:\Projects\CameraAgent\app\src\main\java\com\bolin\photohelper\capture\CaptureScreen.kt — Smart Mode button label and interaction</a:t>
            </a:r>
          </a:p>
          <a:p xmlns:a="http://schemas.openxmlformats.org/drawingml/2006/main">
            <a:r>
              <a:t>- W:\Projects\CameraAgent\app\src\main\java\com\bolin\photohelper\capture\CaptureViewModel.kt — Smart Mode request path and result handling</a:t>
            </a:r>
          </a:p>
          <a:p xmlns:a="http://schemas.openxmlformats.org/drawingml/2006/main">
            <a:r>
              <a:t>- W:\Projects\CameraAgent\app\src\main\java\com\bolin\photohelper\visual\CommandContracts.kt — bounded Smart Mode output schema and supported camera changes</a:t>
            </a:r>
          </a:p>
          <a:p xmlns:a="http://schemas.openxmlformats.org/drawingml/2006/main">
            <a:r>
              <a:t>- W:\Projects\CameraAgent\submission-assets\demo-day-screenshots\panda-02.png — frame extracted from the project’s physical-device demo recording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30ffac220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c4022a954341e1" /><Relationship Type="http://schemas.openxmlformats.org/officeDocument/2006/relationships/slideLayout" Target="/ppt/slideLayouts/slideLayout1.xml" Id="Rff295ccf7b664b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95ccf7b664b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5e0b8dd4f4598" /><Relationship Type="http://schemas.openxmlformats.org/officeDocument/2006/relationships/image" Target="/ppt/media/image.png" Id="R7eaede1d0a9a4488" /><Relationship Type="http://schemas.openxmlformats.org/officeDocument/2006/relationships/notesSlide" Target="/ppt/notesSlides/notesSlide1.xml" Id="R96c84216781841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A6A199-EF46-4140-9D7E-4F6234A0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ede1d0a9a4488"/>
          <a:stretch xmlns:a="http://schemas.openxmlformats.org/drawingml/2006/main"/>
        </p:blipFill>
        <p:spPr>
          <a:xfrm xmlns:a="http://schemas.openxmlformats.org/drawingml/2006/main">
            <a:off x="25775" y="800100"/>
            <a:ext cx="4710951" cy="2333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5881F-13A6-4FF3-8682-AD51CDA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4208-E6C8-408E-99C4-82DD234A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LIFE AGENT · TEAM FIVECENT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6F807-5B8F-43C2-9867-3344A3B0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29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72B8FF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72B8FF"/>
                </a:solidFill>
                <a:latin typeface="Arial"/>
                <a:ea typeface="Arial"/>
                <a:cs typeface="Arial"/>
              </a:rPr>
              <a:t>VOICE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1341A-694B-4A7B-A79F-9364B9B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957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“Focus on the panda.”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0D959-5B0C-4617-BB6F-F301B5E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71950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4CBD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4CBD3"/>
                </a:solidFill>
                <a:latin typeface="Arial"/>
                <a:ea typeface="Arial"/>
                <a:cs typeface="Arial"/>
              </a:rPr>
              <a:t>The yellow reticle is the focus point Android applied on-device.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6476-7DD6-43DC-BAFC-E5B01B4B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720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10DBC-03FC-49E6-8551-58F00C51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149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spoken goal.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safe camera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D88E0-7F93-4BFD-A577-788E94F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PHOTO HELPER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71FC1-AC90-40A7-A5E3-490F84E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76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368"/>
                </a:solidFill>
                <a:latin typeface="Arial"/>
                <a:ea typeface="Arial"/>
                <a:cs typeface="Arial"/>
              </a:rPr>
              <a:t>Speak in outcomes, not camera settings.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FD8D5-57F2-4087-A37E-2FFA55B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144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307C8-992B-4B5E-A76D-B84EA6B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1473E6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1E911-DDB4-4B33-A645-699E46E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People speak in outcomes.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Cameras expose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93C5E-5AC3-4BF2-AE45-C51A85F3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“Make it brighter” still requires exposure, focus and timer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E14A0-D426-4D41-9BEF-B6C2DFF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1473E6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CDB68-7861-4BBD-8E98-DEF140F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1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Say the result.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Photo Helper handles the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AF15F-E68F-4C39-9550-948BC342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Voice, the live frame and device telemetry become a bounded camera 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1307F-75BD-4BD4-8DD0-D82EA1D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0AAB6-EFEF-42EA-870B-8D509A0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1473E6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BF209-EB81-40B4-8551-6C12C53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proposes. The phone decides.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0A4E4-F589-4116-B8B6-1C6E45E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3A070-2ACB-4821-A211-D4A4761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888D8-5A9B-4D9E-B570-FA02D8A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289A8-9180-4012-BB17-B95ADEFE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6B5EF-FBD6-4154-8AD2-3F7B1F7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95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SPEAK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0653B-A9FA-416E-8DC2-CFBECC74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02726-A7F2-4604-8807-E943460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95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45E76-17C0-4B33-B787-9A03B60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62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B4A9A3-613C-43F8-9EB3-EDA7E46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29F6E-65A2-4985-A71B-DD4D9E49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1D5F94-6C81-468F-9C14-E0803004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95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C2A02-F751-44DE-BD81-C5F2C10C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62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CameraX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02474-1ACF-4733-B010-596F76AC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3CCF7D-DC07-4C18-A89A-CC2C9B4A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62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A50D9-C435-4895-B1D5-2E78D7C1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66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87195A-1D5E-47BC-8C22-5304438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19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proposes; Android validates and executes.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C9AB77-FE4B-4885-833E-7D991CB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AI proposes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E60444-806F-445D-8E86-CC183FE7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24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voice + frame →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BF104F-FCD6-49BC-A6CA-70360DEF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Phone decides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7E0868-78F5-4EC4-AB3D-CAABB7A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validate → execute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BC733-A4AD-4A3D-878F-9A94FD05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3E6"/>
                </a:solidFill>
                <a:latin typeface="Arial"/>
                <a:ea typeface="Arial"/>
                <a:cs typeface="Arial"/>
              </a:rPr>
              <a:t>Human controls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E9124A-9CCE-4BA1-96ED-76BC1190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24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start → stop → reset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007F5-84E7-4A96-B2D1-272EA2F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673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76619C-66CE-4434-8987-76E635F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38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1473E6"/>
                </a:solidFill>
                <a:latin typeface="Arial"/>
                <a:ea typeface="Arial"/>
                <a:cs typeface="Arial"/>
              </a:rPr>
              <a:t>WORKBUDDY’S ROLE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C3A62D-5EE7-45B4-817D-21A3D2F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67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WorkBuddy accelerated implementation and strengthened product quality.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45212A-FE26-4DF4-9AD5-CB8EF065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324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HY3 implementation · specialist review across architecture, UX and QA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2225B5-8C45-4A16-9E1B-4F37760D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38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473E6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1473E6"/>
                </a:solidFill>
                <a:latin typeface="Arial"/>
                <a:ea typeface="Arial"/>
                <a:cs typeface="Arial"/>
              </a:rPr>
              <a:t>SMART MODE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8711F4-AA05-4BB4-B030-69885B5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67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“Make this shot look nicer”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8B4249-46EF-4470-BF94-606452C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05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3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368"/>
                </a:solidFill>
                <a:latin typeface="Arial"/>
                <a:ea typeface="Arial"/>
                <a:cs typeface="Arial"/>
              </a:rPr>
              <a:t>Tap ✨: Qwen safely adjusts exposure, colour, framing or focus.</a:t>
            </a:r>
          </a:p>
        </p:txBody>
      </p:sp>
    </p:spTree>
    <p:extLst>
      <p:ext uri="{BB962C8B-B14F-4D97-AF65-F5344CB8AC3E}">
        <p14:creationId xmlns:p14="http://schemas.microsoft.com/office/powerpoint/2010/main" val="1122516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2026-08-20T07:33:55.9400000Z</dcterms:created>
  <dcterms:modified xsi:type="dcterms:W3CDTF">2026-08-20T07:33:55.9400000Z</dcterms:modified>
</coreProperties>
</file>